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58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44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3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80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54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529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1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1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72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60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4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C10B1-3752-423F-ACA2-A92AF3E54A1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72CD6E2-267E-4D5D-8094-F08629AB7F6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56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B0F9-66CE-156C-5FA9-D3A643791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Covenant Breach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13E2C-9D53-276D-CF58-828A89586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249110"/>
          </a:xfrm>
        </p:spPr>
        <p:txBody>
          <a:bodyPr>
            <a:normAutofit/>
          </a:bodyPr>
          <a:lstStyle/>
          <a:p>
            <a:r>
              <a:rPr lang="en-US" b="1" dirty="0"/>
              <a:t>Debt-to-EBITDA Covenant Breach Detection System</a:t>
            </a:r>
            <a:endParaRPr lang="en-US" dirty="0"/>
          </a:p>
          <a:p>
            <a:r>
              <a:rPr lang="en-US" b="1" dirty="0"/>
              <a:t>Team Name:</a:t>
            </a:r>
            <a:r>
              <a:rPr lang="en-US" dirty="0"/>
              <a:t> </a:t>
            </a:r>
            <a:r>
              <a:rPr lang="en-US" b="1" dirty="0"/>
              <a:t>Code with coffee</a:t>
            </a:r>
            <a:r>
              <a:rPr lang="en-US" dirty="0"/>
              <a:t> </a:t>
            </a:r>
          </a:p>
          <a:p>
            <a:br>
              <a:rPr lang="en-US" dirty="0"/>
            </a:br>
            <a:r>
              <a:rPr lang="en-US" b="1" dirty="0"/>
              <a:t>Tech Stack:</a:t>
            </a:r>
            <a:r>
              <a:rPr lang="en-US" dirty="0"/>
              <a:t> Python | </a:t>
            </a:r>
            <a:r>
              <a:rPr lang="en-US" dirty="0" err="1"/>
              <a:t>Streamlit</a:t>
            </a:r>
            <a:r>
              <a:rPr lang="en-US" dirty="0"/>
              <a:t> | </a:t>
            </a:r>
            <a:r>
              <a:rPr lang="en-US" dirty="0" err="1"/>
              <a:t>OpenRouter</a:t>
            </a:r>
            <a:r>
              <a:rPr lang="en-US" dirty="0"/>
              <a:t> LLM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29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49BE-A8F8-E02A-86C5-AEF59DB14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5008" y="0"/>
            <a:ext cx="8637073" cy="2541431"/>
          </a:xfrm>
        </p:spPr>
        <p:txBody>
          <a:bodyPr/>
          <a:lstStyle/>
          <a:p>
            <a:r>
              <a:rPr lang="en-US" dirty="0"/>
              <a:t>What Is Debt-to-EBITDA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683E3-3FB6-744C-6FEA-5A299DE06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368853"/>
          </a:xfrm>
        </p:spPr>
        <p:txBody>
          <a:bodyPr>
            <a:normAutofit/>
          </a:bodyPr>
          <a:lstStyle/>
          <a:p>
            <a:r>
              <a:rPr lang="en-US" dirty="0"/>
              <a:t>Debt-to-EBITDA = Total Debt / EBITDA</a:t>
            </a:r>
          </a:p>
          <a:p>
            <a:r>
              <a:rPr lang="en-US" b="1" dirty="0"/>
              <a:t>Challenge:</a:t>
            </a:r>
            <a:endParaRPr lang="en-US" dirty="0"/>
          </a:p>
          <a:p>
            <a:r>
              <a:rPr lang="en-US" dirty="0"/>
              <a:t>Requires financial calculation</a:t>
            </a:r>
          </a:p>
          <a:p>
            <a:r>
              <a:rPr lang="en-US" dirty="0"/>
              <a:t>Requires understanding legal covenant language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93D5-A460-7261-DB13-311ACE05B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1004731"/>
          </a:xfrm>
        </p:spPr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7F3B8-9722-B535-5377-485D8C916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9807" y="2409976"/>
            <a:ext cx="9665363" cy="31994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AI-powered system to </a:t>
            </a:r>
            <a:r>
              <a:rPr lang="en-US" b="1" dirty="0"/>
              <a:t>automatically detect Debt-to-EBITDA covenant breaches</a:t>
            </a:r>
            <a:endParaRPr lang="en-US" dirty="0"/>
          </a:p>
          <a:p>
            <a:r>
              <a:rPr lang="en-US" dirty="0"/>
              <a:t>Combines:</a:t>
            </a:r>
          </a:p>
          <a:p>
            <a:pPr lvl="1"/>
            <a:r>
              <a:rPr lang="en-US" dirty="0"/>
              <a:t>Financial calculations</a:t>
            </a:r>
          </a:p>
          <a:p>
            <a:pPr lvl="1"/>
            <a:r>
              <a:rPr lang="en-US" dirty="0"/>
              <a:t>Legal text interpretation using LLMs</a:t>
            </a:r>
          </a:p>
          <a:p>
            <a:pPr lvl="1"/>
            <a:r>
              <a:rPr lang="en-US" dirty="0"/>
              <a:t>Interactive web interface</a:t>
            </a:r>
          </a:p>
          <a:p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✅ Instant breach detection with reasoning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55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A27E-563C-9F09-6CE7-436C9C5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6150" y="203584"/>
            <a:ext cx="8637073" cy="1113588"/>
          </a:xfrm>
        </p:spPr>
        <p:txBody>
          <a:bodyPr/>
          <a:lstStyle/>
          <a:p>
            <a:r>
              <a:rPr lang="en-US" dirty="0"/>
              <a:t>WORK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022D0-1CEA-7B40-B432-0E21CC6F9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2750" y="1223432"/>
            <a:ext cx="10046363" cy="4796367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b="1" dirty="0"/>
              <a:t>User Inputs</a:t>
            </a:r>
            <a:endParaRPr lang="en-US" dirty="0"/>
          </a:p>
          <a:p>
            <a:pPr algn="ctr"/>
            <a:r>
              <a:rPr lang="en-US" b="1" dirty="0"/>
              <a:t>(Total Debt, EBITDA, Covenant Text)</a:t>
            </a:r>
            <a:endParaRPr lang="en-US" dirty="0"/>
          </a:p>
          <a:p>
            <a:pPr algn="ctr"/>
            <a:r>
              <a:rPr lang="en-US" b="1" dirty="0"/>
              <a:t>↓</a:t>
            </a:r>
            <a:endParaRPr lang="en-US" dirty="0"/>
          </a:p>
          <a:p>
            <a:pPr algn="ctr"/>
            <a:r>
              <a:rPr lang="en-US" b="1" dirty="0" err="1"/>
              <a:t>Streamlit</a:t>
            </a:r>
            <a:r>
              <a:rPr lang="en-US" b="1" dirty="0"/>
              <a:t> Web Interface</a:t>
            </a:r>
            <a:endParaRPr lang="en-US" dirty="0"/>
          </a:p>
          <a:p>
            <a:pPr algn="ctr"/>
            <a:r>
              <a:rPr lang="en-US" b="1" dirty="0"/>
              <a:t>↓</a:t>
            </a:r>
            <a:endParaRPr lang="en-US" dirty="0"/>
          </a:p>
          <a:p>
            <a:pPr algn="ctr"/>
            <a:r>
              <a:rPr lang="en-US" b="1" dirty="0"/>
              <a:t>Python Calculation Engine</a:t>
            </a:r>
            <a:endParaRPr lang="en-US" dirty="0"/>
          </a:p>
          <a:p>
            <a:pPr algn="ctr"/>
            <a:r>
              <a:rPr lang="en-US" b="1" dirty="0"/>
              <a:t>- Computes Debt-to-EBITDA</a:t>
            </a:r>
            <a:endParaRPr lang="en-US" dirty="0"/>
          </a:p>
          <a:p>
            <a:pPr algn="ctr"/>
            <a:r>
              <a:rPr lang="en-US" b="1" dirty="0"/>
              <a:t>↓</a:t>
            </a:r>
            <a:endParaRPr lang="en-US" dirty="0"/>
          </a:p>
          <a:p>
            <a:pPr algn="ctr"/>
            <a:r>
              <a:rPr lang="en-US" b="1" dirty="0" err="1"/>
              <a:t>OpenRouter</a:t>
            </a:r>
            <a:r>
              <a:rPr lang="en-US" b="1" dirty="0"/>
              <a:t> LLM</a:t>
            </a:r>
            <a:endParaRPr lang="en-US" dirty="0"/>
          </a:p>
          <a:p>
            <a:pPr algn="ctr"/>
            <a:r>
              <a:rPr lang="en-US" b="1" dirty="0"/>
              <a:t>- Extracts covenant threshold</a:t>
            </a:r>
            <a:endParaRPr lang="en-US" dirty="0"/>
          </a:p>
          <a:p>
            <a:pPr algn="ctr"/>
            <a:r>
              <a:rPr lang="en-US" b="1" dirty="0"/>
              <a:t>- Interprets legal language</a:t>
            </a:r>
            <a:endParaRPr lang="en-US" dirty="0"/>
          </a:p>
          <a:p>
            <a:pPr algn="ctr"/>
            <a:r>
              <a:rPr lang="en-US" b="1" dirty="0"/>
              <a:t>↓</a:t>
            </a:r>
            <a:endParaRPr lang="en-US" dirty="0"/>
          </a:p>
          <a:p>
            <a:pPr algn="ctr"/>
            <a:r>
              <a:rPr lang="en-US" b="1" dirty="0"/>
              <a:t>Breach Decision Logic</a:t>
            </a:r>
            <a:endParaRPr lang="en-US" dirty="0"/>
          </a:p>
          <a:p>
            <a:pPr algn="ctr"/>
            <a:r>
              <a:rPr lang="en-US" b="1" dirty="0"/>
              <a:t>↓</a:t>
            </a:r>
            <a:endParaRPr lang="en-US" dirty="0"/>
          </a:p>
          <a:p>
            <a:pPr algn="ctr"/>
            <a:r>
              <a:rPr lang="en-US" b="1" dirty="0"/>
              <a:t>Result Display</a:t>
            </a:r>
            <a:endParaRPr lang="en-US" dirty="0"/>
          </a:p>
          <a:p>
            <a:pPr algn="ctr"/>
            <a:r>
              <a:rPr lang="en-US" b="1" dirty="0"/>
              <a:t>(Breach / No Breach + Explanation)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94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BAC4-927D-20BD-7B60-FAF9AD21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FF0DBC-E49A-DF1F-8071-D780577FB1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4980" y="2278300"/>
            <a:ext cx="728964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Debt: 8,000,000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EBITDA: 1,500,000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Covenant: “Debt-to-EBITDA must not exceed 4.0x”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Debt-to-EBITDA = 5.33x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BREACH DETECTED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/>
              <a:t>“The calculated ratio exceeds the allowed covenant limit.”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87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E0C4-D11E-C398-AB50-F8D5F8CFC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9"/>
            <a:ext cx="8637073" cy="808788"/>
          </a:xfrm>
        </p:spPr>
        <p:txBody>
          <a:bodyPr>
            <a:normAutofit fontScale="90000"/>
          </a:bodyPr>
          <a:lstStyle/>
          <a:p>
            <a:r>
              <a:rPr lang="en-US" dirty="0"/>
              <a:t>Tech Stack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45D8C-9473-4311-1B9A-2255B04AD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2040002"/>
            <a:ext cx="8637072" cy="366411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Python</a:t>
            </a:r>
            <a:endParaRPr lang="en-US" dirty="0"/>
          </a:p>
          <a:p>
            <a:r>
              <a:rPr lang="en-US" dirty="0"/>
              <a:t>Financial logic &amp; calculations</a:t>
            </a:r>
          </a:p>
          <a:p>
            <a:r>
              <a:rPr lang="en-US" dirty="0"/>
              <a:t>Backend processing</a:t>
            </a:r>
          </a:p>
          <a:p>
            <a:r>
              <a:rPr lang="en-US" b="1" dirty="0" err="1"/>
              <a:t>Streamlit</a:t>
            </a:r>
            <a:endParaRPr lang="en-US" dirty="0"/>
          </a:p>
          <a:p>
            <a:r>
              <a:rPr lang="en-US" dirty="0"/>
              <a:t>Rapid UI development</a:t>
            </a:r>
          </a:p>
          <a:p>
            <a:r>
              <a:rPr lang="en-US" dirty="0"/>
              <a:t>Clean and interactive interface</a:t>
            </a:r>
          </a:p>
          <a:p>
            <a:r>
              <a:rPr lang="en-US" b="1" dirty="0" err="1"/>
              <a:t>OpenRouter</a:t>
            </a:r>
            <a:r>
              <a:rPr lang="en-US" b="1" dirty="0"/>
              <a:t> LLM</a:t>
            </a:r>
          </a:p>
          <a:p>
            <a:r>
              <a:rPr lang="en-US" dirty="0"/>
              <a:t>Understands complex covenant language</a:t>
            </a:r>
          </a:p>
          <a:p>
            <a:r>
              <a:rPr lang="en-US" dirty="0"/>
              <a:t>Handles ambiguous legal wording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76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EA23-DB5C-ED6F-6836-EEECB384C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9"/>
            <a:ext cx="8637073" cy="97762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74DBF-56D5-7F45-0245-6F396C098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90256"/>
            <a:ext cx="8772734" cy="1262743"/>
          </a:xfrm>
        </p:spPr>
        <p:txBody>
          <a:bodyPr>
            <a:normAutofit/>
          </a:bodyPr>
          <a:lstStyle/>
          <a:p>
            <a:r>
              <a:rPr lang="en-US" dirty="0"/>
              <a:t>“Our AI-driven system automates covenant compliance, enabling faster, smarter, and more reliable breach detection.”</a:t>
            </a:r>
          </a:p>
        </p:txBody>
      </p:sp>
    </p:spTree>
    <p:extLst>
      <p:ext uri="{BB962C8B-B14F-4D97-AF65-F5344CB8AC3E}">
        <p14:creationId xmlns:p14="http://schemas.microsoft.com/office/powerpoint/2010/main" val="22469282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72099f7d-9ba3-434b-9c49-bf19e6c1768b}" enabled="1" method="Standard" siteId="{cafd4066-0f49-4a0b-9400-ad1155c82f4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</TotalTime>
  <Words>206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Covenant Breach Detection System</vt:lpstr>
      <vt:lpstr>What Is Debt-to-EBITDA</vt:lpstr>
      <vt:lpstr>OUR SOLUTION</vt:lpstr>
      <vt:lpstr>WORK FLOW</vt:lpstr>
      <vt:lpstr>walkthrough</vt:lpstr>
      <vt:lpstr>Tech Stack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Somanath Bisanalli</dc:creator>
  <cp:lastModifiedBy>Somanath Bisanalli</cp:lastModifiedBy>
  <cp:revision>1</cp:revision>
  <dcterms:created xsi:type="dcterms:W3CDTF">2026-01-04T03:17:13Z</dcterms:created>
  <dcterms:modified xsi:type="dcterms:W3CDTF">2026-01-04T03:32:36Z</dcterms:modified>
</cp:coreProperties>
</file>